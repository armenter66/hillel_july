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4bb8d499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4bb8d499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bb8d4998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bb8d4998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bb8d4998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bb8d4998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bb8d4998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bb8d4998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bb8d4998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4bb8d4998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4bb8d4998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4bb8d4998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bb8d4998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bb8d4998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bb8d4998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4bb8d4998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bb8d4998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bb8d4998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bb8d4998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bb8d4998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bb8d4998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4bb8d4998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bb8d4998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4bb8d4998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bb8d4998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bb8d4998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bb8d4998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bb8d4998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bb8d4998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4bb8d4998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4bb8d4998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4bb8d4998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bb8d4998e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4bb8d4998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4bb8d4998e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4bb8d4998e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Front-End Pro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/>
              <a:t>Заняття</a:t>
            </a:r>
            <a:r>
              <a:rPr i="1" lang="ru" sz="1800"/>
              <a:t> №X</a:t>
            </a:r>
            <a:endParaRPr i="1" sz="1800"/>
          </a:p>
        </p:txBody>
      </p:sp>
      <p:sp>
        <p:nvSpPr>
          <p:cNvPr id="56" name="Google Shape;56;p13"/>
          <p:cNvSpPr txBox="1"/>
          <p:nvPr/>
        </p:nvSpPr>
        <p:spPr>
          <a:xfrm>
            <a:off x="6756299" y="4612325"/>
            <a:ext cx="207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 </a:t>
            </a:r>
            <a:r>
              <a:rPr i="1" lang="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Максим </a:t>
            </a:r>
            <a:r>
              <a:rPr i="1" lang="ru" sz="1200">
                <a:latin typeface="Calibri"/>
                <a:ea typeface="Calibri"/>
                <a:cs typeface="Calibri"/>
                <a:sym typeface="Calibri"/>
              </a:rPr>
              <a:t>Бєлкін</a:t>
            </a:r>
            <a:endParaRPr i="1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Асинхронні функції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Асинхронні функції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64100" y="3141925"/>
            <a:ext cx="8520600" cy="9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Асинхронна функція повертає Promise, результатом виконання якого є значення, що повертає дана функція.</a:t>
            </a:r>
            <a:endParaRPr sz="1400">
              <a:solidFill>
                <a:schemeClr val="dk1"/>
              </a:solidFill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Інакше кажучи, значення що повертає функція буде обгорнуте промісом.</a:t>
            </a:r>
            <a:endParaRPr sz="1400">
              <a:solidFill>
                <a:schemeClr val="dk1"/>
              </a:solidFill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464100" y="988850"/>
            <a:ext cx="8347500" cy="203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myAsyncFunction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{}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anotherAsyncFunction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{}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obj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doRequest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{}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arrowFunction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()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{}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Приклад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mainQuestion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42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mainQuestion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ru" sz="14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Promise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instanceof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Promise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lang="ru" sz="14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true</a:t>
            </a:r>
            <a:endParaRPr sz="14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ru" sz="14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42</a:t>
            </a:r>
            <a:endParaRPr b="1" sz="1400">
              <a:solidFill>
                <a:srgbClr val="CC7832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Приклад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mainQuestion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42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'Start'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mainQuestion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`Result: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${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`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ru" sz="14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42</a:t>
            </a:r>
            <a:endParaRPr sz="14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'End'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CC7832"/>
              </a:solidFill>
              <a:highlight>
                <a:srgbClr val="2B2B2B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Приклад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dumbFunction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 }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'Start'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dumbFunction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`Result: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${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`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ru" sz="14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undefined</a:t>
            </a:r>
            <a:endParaRPr sz="14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'End'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Оператор await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464100" y="847675"/>
            <a:ext cx="8520600" cy="37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Використовується тільки в async функціях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Очікує виконання іншої функції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Приклад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464100" y="847675"/>
            <a:ext cx="8520600" cy="40008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doAction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42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'----START----'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doAction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'----END----'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CC7832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Приклад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464100" y="847675"/>
            <a:ext cx="8520600" cy="39021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doAction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Promise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resolve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reject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setTimeout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(()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resolve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123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}, </a:t>
            </a:r>
            <a:r>
              <a:rPr lang="ru" sz="14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doAction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CC7832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Виконання асинхронних операцій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464100" y="847675"/>
            <a:ext cx="8520600" cy="38175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makeRequest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()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getJSON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needsAnotherRequest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moreData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makeAnotherRequest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moreData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moreData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CC7832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4641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Переваги async/await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Сучасний підхід до написання асинхронного коду (без промісів та коллбеків)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Не блокує головний поток виконання програми (як і проміси)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Лаконічний та чистий код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….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Promise vs async…await</a:t>
            </a:r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464100" y="847675"/>
            <a:ext cx="3594900" cy="34164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makeRequest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()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endParaRPr sz="12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getJSON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"done"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});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makeRequest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CC7832"/>
              </a:solidFill>
              <a:highlight>
                <a:srgbClr val="2B2B2B"/>
              </a:highlight>
            </a:endParaRPr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5207300" y="847675"/>
            <a:ext cx="3777300" cy="34164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makeRequest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()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getJSON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"done"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makeRequest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sz="1200">
              <a:solidFill>
                <a:srgbClr val="CC7832"/>
              </a:solidFill>
              <a:highlight>
                <a:srgbClr val="2B2B2B"/>
              </a:highlight>
            </a:endParaRPr>
          </a:p>
        </p:txBody>
      </p:sp>
      <p:pic>
        <p:nvPicPr>
          <p:cNvPr id="124" name="Google Shape;12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8037" y="1913849"/>
            <a:ext cx="1110225" cy="111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Відлов помилок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Try….Catch</a:t>
            </a:r>
            <a:endParaRPr/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'use strict'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4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catch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errorMessage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'Error catched: 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errorMessage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6A8759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Try….Catch. Throw Error</a:t>
            </a:r>
            <a:endParaRPr/>
          </a:p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throw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Error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'You did it wrong! Reboot!'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catch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errorMessage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'Error catched: 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errorMessage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6A8759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Try….Catch. Працює тільки з синхронним кодом</a:t>
            </a:r>
            <a:endParaRPr/>
          </a:p>
        </p:txBody>
      </p:sp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setTimeout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()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throw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Error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ru" sz="14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error will throw in console</a:t>
            </a:r>
            <a:endParaRPr sz="14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}, </a:t>
            </a:r>
            <a:r>
              <a:rPr lang="ru" sz="14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catch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"Nothing will be shown"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6A8759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Try….Catch. Finally</a:t>
            </a:r>
            <a:endParaRPr/>
          </a:p>
        </p:txBody>
      </p:sp>
      <p:sp>
        <p:nvSpPr>
          <p:cNvPr id="153" name="Google Shape;153;p29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'try'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throw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Error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'My Error'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catch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'I catched this error: 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finally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'This message will be shown anyway'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6A8759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async + await + try/catch</a:t>
            </a:r>
            <a:endParaRPr/>
          </a:p>
        </p:txBody>
      </p:sp>
      <p:sp>
        <p:nvSpPr>
          <p:cNvPr id="159" name="Google Shape;159;p30"/>
          <p:cNvSpPr txBox="1"/>
          <p:nvPr>
            <p:ph idx="1" type="body"/>
          </p:nvPr>
        </p:nvSpPr>
        <p:spPr>
          <a:xfrm>
            <a:off x="464100" y="847675"/>
            <a:ext cx="8520600" cy="38652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setTimeout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(()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throw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Error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'hello error'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}, </a:t>
            </a:r>
            <a:r>
              <a:rPr lang="ru" sz="14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catch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async + await + try/catch</a:t>
            </a:r>
            <a:endParaRPr/>
          </a:p>
        </p:txBody>
      </p:sp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464100" y="847675"/>
            <a:ext cx="8520600" cy="41502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return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Promise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resolve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reject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setTimeout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(()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// throw new Error('hello error');</a:t>
            </a:r>
            <a:endParaRPr sz="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reject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'hello error'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}, </a:t>
            </a:r>
            <a:r>
              <a:rPr lang="ru" sz="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});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try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await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fetch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} </a:t>
            </a: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catch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console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'we catched error'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console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