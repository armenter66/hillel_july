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5bd2bf3d1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5bd2bf3d1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2909b43c0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2909b43c0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3638beeff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3638beeff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3638beeff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3638beeff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3638beeff1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3638beeff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3638beeff1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3638beeff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3638beeff1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3638beeff1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3638beeff1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3638beeff1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github.com/gitname/react-gh-pages" TargetMode="External"/><Relationship Id="rId4" Type="http://schemas.openxmlformats.org/officeDocument/2006/relationships/hyperlink" Target="https://vite.dev/guide/static-deploy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formik.org/docs/api/formik" TargetMode="External"/><Relationship Id="rId4" Type="http://schemas.openxmlformats.org/officeDocument/2006/relationships/hyperlink" Target="https://github.com/jquense/yup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Front-End Pro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/>
              <a:t>Заняття</a:t>
            </a:r>
            <a:r>
              <a:rPr i="1" lang="ru" sz="1800"/>
              <a:t> №30</a:t>
            </a:r>
            <a:endParaRPr i="1" sz="1800"/>
          </a:p>
        </p:txBody>
      </p:sp>
      <p:sp>
        <p:nvSpPr>
          <p:cNvPr id="56" name="Google Shape;56;p13"/>
          <p:cNvSpPr txBox="1"/>
          <p:nvPr/>
        </p:nvSpPr>
        <p:spPr>
          <a:xfrm>
            <a:off x="6756299" y="4612325"/>
            <a:ext cx="207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© </a:t>
            </a:r>
            <a:r>
              <a:rPr i="1" lang="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Максим </a:t>
            </a:r>
            <a:r>
              <a:rPr i="1" lang="ru" sz="1200">
                <a:latin typeface="Calibri"/>
                <a:ea typeface="Calibri"/>
                <a:cs typeface="Calibri"/>
                <a:sym typeface="Calibri"/>
              </a:rPr>
              <a:t>Бєлкін</a:t>
            </a:r>
            <a:endParaRPr i="1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React + GitHub Pages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3"/>
              </a:rPr>
              <a:t>https://github.com/gitname/react-gh-pages</a:t>
            </a:r>
            <a:r>
              <a:rPr lang="ru"/>
              <a:t>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4"/>
              </a:rPr>
              <a:t>https://vite.dev/guide/static-deploy</a:t>
            </a:r>
            <a:r>
              <a:rPr lang="ru"/>
              <a:t>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Робота із формами в React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464100" y="847675"/>
            <a:ext cx="8520600" cy="42084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 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useState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 </a:t>
            </a:r>
            <a:r>
              <a:rPr lang="ru" sz="10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"react"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default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SignInForm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lang="ru" sz="10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login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0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setLogin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] = </a:t>
            </a:r>
            <a:r>
              <a:rPr lang="ru" sz="10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useState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0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''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handleClick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() </a:t>
            </a:r>
            <a:r>
              <a:rPr lang="ru" sz="10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0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0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login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handleLoginChange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event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0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setLogin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event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target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0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10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form</a:t>
            </a:r>
            <a:r>
              <a:rPr lang="ru" sz="10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0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ru" sz="10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10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endParaRPr sz="1000">
              <a:solidFill>
                <a:srgbClr val="569CD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10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"text"</a:t>
            </a:r>
            <a:endParaRPr sz="1000">
              <a:solidFill>
                <a:srgbClr val="CE9178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10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"login"</a:t>
            </a:r>
            <a:endParaRPr sz="1000">
              <a:solidFill>
                <a:srgbClr val="CE9178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placeholder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10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"Login"</a:t>
            </a:r>
            <a:endParaRPr sz="1000">
              <a:solidFill>
                <a:srgbClr val="CE9178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10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ru" sz="10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login</a:t>
            </a:r>
            <a:r>
              <a:rPr lang="ru" sz="10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rgbClr val="569CD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onChange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10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ru" sz="10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handleLoginChange</a:t>
            </a:r>
            <a:r>
              <a:rPr lang="ru" sz="10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rgbClr val="569CD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ru" sz="10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sz="10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ru" sz="10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10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10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"button"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10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"Sign in"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onClick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10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ru" sz="10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handleClick</a:t>
            </a:r>
            <a:r>
              <a:rPr lang="ru" sz="10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sz="10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0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ru" sz="10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form</a:t>
            </a:r>
            <a:r>
              <a:rPr lang="ru" sz="10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0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);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000">
              <a:solidFill>
                <a:srgbClr val="C586C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Formik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3"/>
              </a:rPr>
              <a:t>https://formik.org/docs/api/formik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4"/>
              </a:rPr>
              <a:t>https://github.com/jquense/yup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Робота із формами через Formik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464100" y="847675"/>
            <a:ext cx="8520600" cy="42084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 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useFormik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 </a:t>
            </a:r>
            <a:r>
              <a:rPr lang="ru" sz="10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'formik'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default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SignInForm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formik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10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useFormik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({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initialValues: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login: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''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},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0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onSubmit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values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0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values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},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});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0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10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form</a:t>
            </a:r>
            <a:r>
              <a:rPr lang="ru" sz="10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0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ru" sz="10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10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endParaRPr sz="1000">
              <a:solidFill>
                <a:srgbClr val="569CD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10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"text"</a:t>
            </a:r>
            <a:endParaRPr sz="1000">
              <a:solidFill>
                <a:srgbClr val="CE9178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10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"login"</a:t>
            </a:r>
            <a:endParaRPr sz="1000">
              <a:solidFill>
                <a:srgbClr val="CE9178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placeholder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10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"Login"</a:t>
            </a:r>
            <a:endParaRPr sz="1000">
              <a:solidFill>
                <a:srgbClr val="CE9178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10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ru" sz="10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formik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values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login</a:t>
            </a:r>
            <a:r>
              <a:rPr lang="ru" sz="10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rgbClr val="569CD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onChange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10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ru" sz="10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formik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0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handleChange</a:t>
            </a:r>
            <a:r>
              <a:rPr lang="ru" sz="10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rgbClr val="569CD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ru" sz="10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sz="10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ru" sz="10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10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10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"button"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10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"Sign in"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onClick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10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ru" sz="10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formik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0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handleSubmit</a:t>
            </a:r>
            <a:r>
              <a:rPr lang="ru" sz="10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sz="10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0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ru" sz="10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form</a:t>
            </a:r>
            <a:r>
              <a:rPr lang="ru" sz="10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0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);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000">
              <a:solidFill>
                <a:srgbClr val="C586C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Formik. Валідація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464100" y="847675"/>
            <a:ext cx="8520600" cy="42084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validate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values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errors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{};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(!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values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login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0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errors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login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10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'Required'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 </a:t>
            </a:r>
            <a:r>
              <a:rPr lang="ru" sz="10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values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login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length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&gt; </a:t>
            </a:r>
            <a:r>
              <a:rPr lang="ru" sz="10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15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0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errors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login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10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'Must be 15 characters or less'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errors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default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SignInForm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formik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10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useFormik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({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initialValues: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login: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''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},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0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validate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0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onSubmit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values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0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values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},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});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0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10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form</a:t>
            </a:r>
            <a:r>
              <a:rPr lang="ru" sz="10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0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ru" sz="10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ru" sz="10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formik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errors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login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? </a:t>
            </a:r>
            <a:r>
              <a:rPr lang="ru" sz="10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10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div</a:t>
            </a:r>
            <a:r>
              <a:rPr lang="ru" sz="10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ru" sz="10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ru" sz="10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formik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errors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login</a:t>
            </a:r>
            <a:r>
              <a:rPr lang="ru" sz="10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ru" sz="10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ru" sz="10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div</a:t>
            </a:r>
            <a:r>
              <a:rPr lang="ru" sz="10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: </a:t>
            </a:r>
            <a:r>
              <a:rPr lang="ru" sz="10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null}</a:t>
            </a:r>
            <a:endParaRPr sz="1000">
              <a:solidFill>
                <a:srgbClr val="569CD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ru" sz="10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...no changes...</a:t>
            </a:r>
            <a:endParaRPr sz="10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Formik. Робота із вбудованими компонентами</a:t>
            </a:r>
            <a:endParaRPr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464100" y="771475"/>
            <a:ext cx="8520600" cy="43086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 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Formik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Field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Form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 </a:t>
            </a:r>
            <a:r>
              <a:rPr lang="ru" sz="10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'formik'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9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...validate function...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default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SignInForm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0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1000">
                <a:solidFill>
                  <a:srgbClr val="4EC9B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Formik</a:t>
            </a:r>
            <a:endParaRPr sz="1000">
              <a:solidFill>
                <a:srgbClr val="4EC9B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initialValues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10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login: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''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}</a:t>
            </a:r>
            <a:r>
              <a:rPr lang="ru" sz="10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rgbClr val="569CD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validate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10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ru" sz="10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validate</a:t>
            </a:r>
            <a:r>
              <a:rPr lang="ru" sz="10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rgbClr val="569CD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onSubmit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10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values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0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values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}</a:t>
            </a:r>
            <a:r>
              <a:rPr lang="ru" sz="10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rgbClr val="569CD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render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10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({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errors</a:t>
            </a:r>
            <a:endParaRPr sz="1000">
              <a:solidFill>
                <a:srgbClr val="9CDCFE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}) </a:t>
            </a:r>
            <a:r>
              <a:rPr lang="ru" sz="10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ru" sz="10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1000">
                <a:solidFill>
                  <a:srgbClr val="4EC9B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Form</a:t>
            </a:r>
            <a:r>
              <a:rPr lang="ru" sz="10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0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  </a:t>
            </a:r>
            <a:r>
              <a:rPr lang="ru" sz="10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errors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login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? </a:t>
            </a:r>
            <a:r>
              <a:rPr lang="ru" sz="10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10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div</a:t>
            </a:r>
            <a:r>
              <a:rPr lang="ru" sz="10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ru" sz="10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errors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login</a:t>
            </a:r>
            <a:r>
              <a:rPr lang="ru" sz="10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ru" sz="10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ru" sz="10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div</a:t>
            </a:r>
            <a:r>
              <a:rPr lang="ru" sz="10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: </a:t>
            </a:r>
            <a:r>
              <a:rPr lang="ru" sz="10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null}</a:t>
            </a:r>
            <a:endParaRPr sz="1000">
              <a:solidFill>
                <a:srgbClr val="569CD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  </a:t>
            </a:r>
            <a:r>
              <a:rPr lang="ru" sz="10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1000">
                <a:solidFill>
                  <a:srgbClr val="4EC9B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Field</a:t>
            </a:r>
            <a:endParaRPr sz="1000">
              <a:solidFill>
                <a:srgbClr val="4EC9B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10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"login"</a:t>
            </a:r>
            <a:endParaRPr sz="1000">
              <a:solidFill>
                <a:srgbClr val="CE9178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placeholder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10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"Login"</a:t>
            </a:r>
            <a:endParaRPr sz="1000">
              <a:solidFill>
                <a:srgbClr val="CE9178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  </a:t>
            </a:r>
            <a:r>
              <a:rPr lang="ru" sz="10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sz="10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  </a:t>
            </a:r>
            <a:r>
              <a:rPr lang="ru" sz="10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10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10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"submit"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10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"Sign in"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sz="10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ru" sz="10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ru" sz="1000">
                <a:solidFill>
                  <a:srgbClr val="4EC9B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Form</a:t>
            </a:r>
            <a:r>
              <a:rPr lang="ru" sz="10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0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)</a:t>
            </a:r>
            <a:r>
              <a:rPr lang="ru" sz="10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rgbClr val="569CD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0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sz="10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);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000">
              <a:solidFill>
                <a:srgbClr val="569CD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Formik. Валідація із Yup схемою</a:t>
            </a:r>
            <a:endParaRPr/>
          </a:p>
        </p:txBody>
      </p:sp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464100" y="771475"/>
            <a:ext cx="8520600" cy="43086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 </a:t>
            </a:r>
            <a:r>
              <a:rPr lang="ru" sz="7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Formik</a:t>
            </a: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7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Field</a:t>
            </a: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7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Form</a:t>
            </a: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7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ErrorMessage</a:t>
            </a: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 </a:t>
            </a:r>
            <a:r>
              <a:rPr lang="ru" sz="7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7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'formik'</a:t>
            </a: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7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7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7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7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Yup</a:t>
            </a: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7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7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'yup'</a:t>
            </a: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7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7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SignInSchema</a:t>
            </a: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7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Yup</a:t>
            </a: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7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object</a:t>
            </a: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({</a:t>
            </a:r>
            <a:endParaRPr sz="7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7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login:</a:t>
            </a: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7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Yup</a:t>
            </a: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7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7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.</a:t>
            </a:r>
            <a:r>
              <a:rPr lang="ru" sz="7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min</a:t>
            </a: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7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7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'Must be longer than 2 characters'</a:t>
            </a: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7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.</a:t>
            </a:r>
            <a:r>
              <a:rPr lang="ru" sz="7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max</a:t>
            </a: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7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15</a:t>
            </a: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7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'Nice try, nobody has a login that long'</a:t>
            </a: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7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.</a:t>
            </a:r>
            <a:r>
              <a:rPr lang="ru" sz="7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required</a:t>
            </a: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7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'Required'</a:t>
            </a: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 sz="7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});</a:t>
            </a:r>
            <a:endParaRPr sz="7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7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default</a:t>
            </a: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7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7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SignInForm</a:t>
            </a: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sz="7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7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endParaRPr sz="7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7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700">
                <a:solidFill>
                  <a:srgbClr val="4EC9B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Formik</a:t>
            </a:r>
            <a:endParaRPr sz="700">
              <a:solidFill>
                <a:srgbClr val="4EC9B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ru" sz="7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initialValues</a:t>
            </a: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7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7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ru" sz="7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login:</a:t>
            </a: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7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''</a:t>
            </a: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7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}</a:t>
            </a:r>
            <a:r>
              <a:rPr lang="ru" sz="7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700">
              <a:solidFill>
                <a:srgbClr val="569CD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ru" sz="7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validationSchema</a:t>
            </a: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7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ru" sz="7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SignInSchema</a:t>
            </a:r>
            <a:r>
              <a:rPr lang="ru" sz="7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700">
              <a:solidFill>
                <a:srgbClr val="569CD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ru" sz="7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onSubmit</a:t>
            </a: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7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ru" sz="7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values</a:t>
            </a: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7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7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ru" sz="7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7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7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values</a:t>
            </a: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7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}</a:t>
            </a:r>
            <a:r>
              <a:rPr lang="ru" sz="7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700">
              <a:solidFill>
                <a:srgbClr val="569CD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ru" sz="7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render</a:t>
            </a: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7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({</a:t>
            </a:r>
            <a:endParaRPr sz="7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ru" sz="7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errors</a:t>
            </a:r>
            <a:endParaRPr sz="700">
              <a:solidFill>
                <a:srgbClr val="9CDCFE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}) </a:t>
            </a:r>
            <a:r>
              <a:rPr lang="ru" sz="7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endParaRPr sz="7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ru" sz="7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700">
                <a:solidFill>
                  <a:srgbClr val="4EC9B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Form</a:t>
            </a:r>
            <a:r>
              <a:rPr lang="ru" sz="7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7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  </a:t>
            </a:r>
            <a:r>
              <a:rPr lang="ru" sz="7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700">
                <a:solidFill>
                  <a:srgbClr val="4EC9B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ErrorMessage</a:t>
            </a:r>
            <a:endParaRPr sz="700">
              <a:solidFill>
                <a:srgbClr val="4EC9B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ru" sz="7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7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"login"</a:t>
            </a:r>
            <a:endParaRPr sz="700">
              <a:solidFill>
                <a:srgbClr val="CE9178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ru" sz="7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component</a:t>
            </a: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7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"div"</a:t>
            </a:r>
            <a:endParaRPr sz="700">
              <a:solidFill>
                <a:srgbClr val="CE9178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ru" sz="7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className</a:t>
            </a: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7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"field-error"</a:t>
            </a:r>
            <a:endParaRPr sz="700">
              <a:solidFill>
                <a:srgbClr val="CE9178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  </a:t>
            </a:r>
            <a:r>
              <a:rPr lang="ru" sz="7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sz="7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  </a:t>
            </a:r>
            <a:r>
              <a:rPr lang="ru" sz="7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700">
                <a:solidFill>
                  <a:srgbClr val="4EC9B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Field</a:t>
            </a:r>
            <a:endParaRPr sz="700">
              <a:solidFill>
                <a:srgbClr val="4EC9B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ru" sz="7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7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"login"</a:t>
            </a:r>
            <a:endParaRPr sz="700">
              <a:solidFill>
                <a:srgbClr val="CE9178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ru" sz="7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placeholder</a:t>
            </a: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7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"Login"</a:t>
            </a:r>
            <a:endParaRPr sz="700">
              <a:solidFill>
                <a:srgbClr val="CE9178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  </a:t>
            </a:r>
            <a:r>
              <a:rPr lang="ru" sz="7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sz="7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  </a:t>
            </a:r>
            <a:r>
              <a:rPr lang="ru" sz="7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7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7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7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"submit"</a:t>
            </a: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7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7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"Sign in"</a:t>
            </a: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7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sz="7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ru" sz="7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ru" sz="700">
                <a:solidFill>
                  <a:srgbClr val="4EC9B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Form</a:t>
            </a:r>
            <a:r>
              <a:rPr lang="ru" sz="7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7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)</a:t>
            </a:r>
            <a:r>
              <a:rPr lang="ru" sz="7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700">
              <a:solidFill>
                <a:srgbClr val="569CD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7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sz="7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);</a:t>
            </a:r>
            <a:endParaRPr sz="7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700">
              <a:solidFill>
                <a:srgbClr val="C586C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Livecoding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/>
              <a:t>Розробка форми реєстрації та авторизації за допомогою Yup + Formik</a:t>
            </a:r>
            <a:r>
              <a:rPr lang="ru"/>
              <a:t>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