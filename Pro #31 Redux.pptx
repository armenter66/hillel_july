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e9e0deb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5e9e0deb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e9e0deb1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e9e0deb1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e9e0deb1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e9e0deb1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e9e0deb1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e9e0deb1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5e9e0deb1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5e9e0deb1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5e9e0deb1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5e9e0deb1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e9e0deb1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5e9e0deb1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e9e0deb1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5e9e0deb1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e9e0deb1c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5e9e0deb1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e9e0deb1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5e9e0deb1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e9e0deb1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5e9e0deb1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e9e0deb1c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5e9e0deb1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e9e0deb1c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e9e0deb1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e9e0deb1c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5e9e0deb1c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e9e0deb1c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5e9e0deb1c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e9e0deb1c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5e9e0deb1c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e9e0deb1c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5e9e0deb1c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5e9e0deb1c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5e9e0deb1c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e9e0deb1c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5e9e0deb1c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5e9e0deb1c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5e9e0deb1c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5e9e0deb1c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5e9e0deb1c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5e9e0deb1c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5e9e0deb1c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5e9e0deb1c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5e9e0deb1c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e9e0deb1c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5e9e0deb1c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e9e0deb1c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e9e0deb1c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5e9e0deb1c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5e9e0deb1c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5e9e0deb1c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5e9e0deb1c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5e9e0deb1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5e9e0deb1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5e9e0deb1c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5e9e0deb1c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5e9e0deb1c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5e9e0deb1c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www.youtube.com/watch?v=_shA5Xwe8_4" TargetMode="External"/><Relationship Id="rId4" Type="http://schemas.openxmlformats.org/officeDocument/2006/relationships/hyperlink" Target="https://www.youtube.com/watch?v=poQXNp9ItL4" TargetMode="External"/><Relationship Id="rId5" Type="http://schemas.openxmlformats.org/officeDocument/2006/relationships/hyperlink" Target="https://react-redux.js.org/api/hooks" TargetMode="External"/><Relationship Id="rId6" Type="http://schemas.openxmlformats.org/officeDocument/2006/relationships/hyperlink" Target="https://www.digitalocean.com/community/tutorials/redux-redux-thunk-ru" TargetMode="External"/><Relationship Id="rId7" Type="http://schemas.openxmlformats.org/officeDocument/2006/relationships/hyperlink" Target="https://habr.com/ru/post/483314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Front-End Pro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/>
              <a:t>Заняття</a:t>
            </a:r>
            <a:r>
              <a:rPr i="1" lang="ru" sz="1800"/>
              <a:t> №31</a:t>
            </a:r>
            <a:endParaRPr i="1" sz="1800"/>
          </a:p>
        </p:txBody>
      </p:sp>
      <p:sp>
        <p:nvSpPr>
          <p:cNvPr id="56" name="Google Shape;56;p13"/>
          <p:cNvSpPr txBox="1"/>
          <p:nvPr/>
        </p:nvSpPr>
        <p:spPr>
          <a:xfrm>
            <a:off x="6756299" y="4612325"/>
            <a:ext cx="207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 </a:t>
            </a:r>
            <a:r>
              <a:rPr i="1" lang="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Максим </a:t>
            </a:r>
            <a:r>
              <a:rPr i="1" lang="ru" sz="1200">
                <a:latin typeface="Calibri"/>
                <a:ea typeface="Calibri"/>
                <a:cs typeface="Calibri"/>
                <a:sym typeface="Calibri"/>
              </a:rPr>
              <a:t>Бєлкін</a:t>
            </a:r>
            <a:endParaRPr i="1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725" y="276137"/>
            <a:ext cx="8172548" cy="4591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Redux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Redux – це бібліотека для керування станом додатків, яка орієнтована на передбачуваність результатів і забезпечення консистентності стану через строгі правила та патерни.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Основна ідея Redux полягає в тому, що весь стан додатка зберігається в одному об'єкті, що дозволяє легко керувати станом та реалізувати такі функції, як логування змін, відкат змін та гаряча заміна редюсерів.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Єдине джерело істини (single source of truth)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Redux використовує єдиний </a:t>
            </a:r>
            <a:r>
              <a:rPr b="1" lang="ru"/>
              <a:t>store</a:t>
            </a:r>
            <a:r>
              <a:rPr lang="ru"/>
              <a:t> для всього додатка, що забезпечує централізоване місце зберігання даних. Це спрощує керування станом, робить його легше відстежуваним і дозволяє реалізувати потужні інструменти, такі як "time-travel debugging".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363" y="704812"/>
            <a:ext cx="8178575" cy="3733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Незмінний стан (immutable state)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У Redux стан є незмінним, що означає, що при кожному оновленні створюється новий об'єкт стану замість зміни існуючого. Це допомагає запобігти побічним ефектам, спрощує відстеження змін у стані і підтримує чистоту функцій.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Чисті функції (Pure Functions)</a:t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Чиста функція - це функція, яка володіє двома основними властивостями: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Детермінованість</a:t>
            </a:r>
            <a:r>
              <a:rPr lang="ru"/>
              <a:t> (Deterministic) - результат виклику функції залежить від її вхідних аргументів.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Відсутність побічних ефектів</a:t>
            </a:r>
            <a:r>
              <a:rPr lang="ru"/>
              <a:t> (Side Effects) - чиста функція не змінює стан зовнішнього середовища або глобальних змінних.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У контексті Redux, </a:t>
            </a:r>
            <a:r>
              <a:rPr b="1" lang="ru"/>
              <a:t>reducer</a:t>
            </a:r>
            <a:r>
              <a:rPr lang="ru"/>
              <a:t> - це чиста функція.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Чисті функції-редюсери (Pure Reducer Functions)</a:t>
            </a:r>
            <a:endParaRPr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464100" y="847675"/>
            <a:ext cx="8520600" cy="22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Reducers в Redux - це чисті функції, які: 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За однакових вхідних даних завжди повертають однаковий результат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Не змінюють свої аргументи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Не мають побічних ефектів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API-запити, робота з DOM, зміна глобальних змінних тощо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Отримують два аргументи: попередній стан(prevState) і action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Повертають новий стан відповідно до типу отриманого action</a:t>
            </a:r>
            <a:endParaRPr sz="1400"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464100" y="3064375"/>
            <a:ext cx="8520600" cy="1604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bankReducer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(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action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4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....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newStore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};</a:t>
            </a:r>
            <a:endParaRPr sz="14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Redux - термінологія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Store</a:t>
            </a:r>
            <a:r>
              <a:rPr lang="ru"/>
              <a:t> - сховище даних - це об'єкт, який містить дані, що описують поточний стан вашого додатку. Це ядро Redux, оскільки store управляє станом і забезпечує доступ до нього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State є незмінним, заборонено вносити зміни в нього напряму з компонентів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Містить всю інформацію, яка потрібна для роботи програми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Actions</a:t>
            </a:r>
            <a:r>
              <a:rPr lang="ru"/>
              <a:t> - це об’єкт, що містить інформацію про намір змінити дані в стані програми ({ type: “ADD_MONEY”, payload: 1000 })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Dispatcher</a:t>
            </a:r>
            <a:r>
              <a:rPr lang="ru"/>
              <a:t> - dispatch() - функція, що отримує actions та передає інформацію в reducers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Reducer</a:t>
            </a:r>
            <a:r>
              <a:rPr lang="ru"/>
              <a:t> - механізм взаємодії із store. Це чиста функція, яка приймає попередній state (стан) і action, а потім повертає новий стан. Вона визначає, як стан змінюється відповідно до кожної дії.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2700" y="481000"/>
            <a:ext cx="5600700" cy="418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Redux Middleware</a:t>
            </a:r>
            <a:endParaRPr/>
          </a:p>
        </p:txBody>
      </p:sp>
      <p:pic>
        <p:nvPicPr>
          <p:cNvPr descr="Thunk in Redux 🍔. Redux Thunk is a middleware that lets… | by &lt;Andrew  Rymaruk /&gt; | Medium" id="114" name="Google Shape;11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0" y="888850"/>
            <a:ext cx="7239000" cy="37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Redux installation</a:t>
            </a:r>
            <a:endParaRPr/>
          </a:p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/>
              <a:t>npm i redux react-redux @redux-devtools/extension</a:t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Store</a:t>
            </a:r>
            <a:endParaRPr/>
          </a:p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store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userName: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'Jack'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money: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2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Actions, Action Creators</a:t>
            </a:r>
            <a:endParaRPr/>
          </a:p>
        </p:txBody>
      </p:sp>
      <p:sp>
        <p:nvSpPr>
          <p:cNvPr id="132" name="Google Shape;132;p26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GET_MONEY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'GET_MONEY'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ADD_MONEY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'ADD_MONEY'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Actions: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action1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{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type: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GET_MONEY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payload: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action2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{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type: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ADD_MONEY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payload: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Action Creators: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getMoney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amount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dispatch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({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type: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GET_MONEY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payload: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amount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});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addMoney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amount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dispatch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({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type: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ADD_MONEY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payload: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amount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});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Reducer</a:t>
            </a:r>
            <a:endParaRPr/>
          </a:p>
        </p:txBody>
      </p:sp>
      <p:sp>
        <p:nvSpPr>
          <p:cNvPr id="138" name="Google Shape;138;p27"/>
          <p:cNvSpPr txBox="1"/>
          <p:nvPr>
            <p:ph idx="1" type="body"/>
          </p:nvPr>
        </p:nvSpPr>
        <p:spPr>
          <a:xfrm>
            <a:off x="464100" y="847675"/>
            <a:ext cx="8520600" cy="41985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ADD_MONEY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GET_MONEY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"./actions"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moneyReducer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action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newStore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switch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action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GET_MONEY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newStore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{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...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money: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money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-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action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payload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amount</a:t>
            </a:r>
            <a:endParaRPr sz="90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};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newStore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ADD_MONEY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newStore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{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...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money: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money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action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payload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amount</a:t>
            </a:r>
            <a:endParaRPr sz="90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};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newStore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index.js</a:t>
            </a:r>
            <a:endParaRPr/>
          </a:p>
        </p:txBody>
      </p:sp>
      <p:sp>
        <p:nvSpPr>
          <p:cNvPr id="144" name="Google Shape;144;p28"/>
          <p:cNvSpPr txBox="1"/>
          <p:nvPr>
            <p:ph idx="1" type="body"/>
          </p:nvPr>
        </p:nvSpPr>
        <p:spPr>
          <a:xfrm>
            <a:off x="464100" y="847675"/>
            <a:ext cx="8520600" cy="40920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...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combineReducers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createStore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'redux'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composeWithDevTools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'@redux-devtools/extension'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rootReducer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combineReducers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bank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bankReducer</a:t>
            </a:r>
            <a:endParaRPr sz="1200">
              <a:solidFill>
                <a:srgbClr val="DCDCAA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store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createStore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rootReducer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composeWithDevTools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root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ReactDOM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createRoot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document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getElementById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'root'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root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render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2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Provider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store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store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ru" sz="12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2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12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Provider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Redux основні функції</a:t>
            </a:r>
            <a:endParaRPr/>
          </a:p>
        </p:txBody>
      </p:sp>
      <p:sp>
        <p:nvSpPr>
          <p:cNvPr id="150" name="Google Shape;150;p29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createStore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створює сховище на базі редюсерів та дефолтних станів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combineReducers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об’єднує декілька редюсерів для їх взаємодії із сховищем програми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useDispatch, useSelector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хуки для роботи із сховищем з функціональних компонентів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ru" sz="1400"/>
              <a:t>connect - дуже застарілий метод, який використовувався в класових компонентах разом із mapStateToProps та mapDispatchToProps</a:t>
            </a:r>
            <a:endParaRPr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Redux-thunk - middleware для сайд-эффектов</a:t>
            </a:r>
            <a:endParaRPr/>
          </a:p>
        </p:txBody>
      </p:sp>
      <p:sp>
        <p:nvSpPr>
          <p:cNvPr id="156" name="Google Shape;156;p30"/>
          <p:cNvSpPr txBox="1"/>
          <p:nvPr>
            <p:ph idx="1" type="body"/>
          </p:nvPr>
        </p:nvSpPr>
        <p:spPr>
          <a:xfrm>
            <a:off x="464100" y="847675"/>
            <a:ext cx="85206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i="1" lang="ru"/>
              <a:t>npm i redux-thunk</a:t>
            </a:r>
            <a:endParaRPr i="1"/>
          </a:p>
        </p:txBody>
      </p:sp>
      <p:sp>
        <p:nvSpPr>
          <p:cNvPr id="157" name="Google Shape;157;p30"/>
          <p:cNvSpPr txBox="1"/>
          <p:nvPr>
            <p:ph idx="1" type="body"/>
          </p:nvPr>
        </p:nvSpPr>
        <p:spPr>
          <a:xfrm>
            <a:off x="464100" y="1379875"/>
            <a:ext cx="8520600" cy="3416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getAllTodos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() 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dispatch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fetch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'./db.json'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.</a:t>
            </a:r>
            <a:r>
              <a:rPr lang="ru" sz="11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res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res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1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json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.</a:t>
            </a:r>
            <a:r>
              <a:rPr lang="ru" sz="11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dispatch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setAllTodos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)));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rgbClr val="C586C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/////// action creators:</a:t>
            </a:r>
            <a:endParaRPr sz="11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setAllTodos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todos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({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type: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SET_TODOS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payload: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todos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});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/////// reducer:</a:t>
            </a:r>
            <a:endParaRPr sz="11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SET_TODOS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1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...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todos: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action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payload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},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/////// reducer</a:t>
            </a:r>
            <a:endParaRPr sz="11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Redux-Toolkit</a:t>
            </a:r>
            <a:endParaRPr/>
          </a:p>
        </p:txBody>
      </p:sp>
      <p:sp>
        <p:nvSpPr>
          <p:cNvPr id="163" name="Google Shape;163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800"/>
              <a:t>npm install @reduxjs/toolkit react-redux</a:t>
            </a:r>
            <a:endParaRPr i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Сучасний Redux</a:t>
            </a:r>
            <a:endParaRPr/>
          </a:p>
        </p:txBody>
      </p:sp>
      <p:sp>
        <p:nvSpPr>
          <p:cNvPr id="169" name="Google Shape;169;p32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Redux Toolkit</a:t>
            </a:r>
            <a:r>
              <a:rPr lang="ru"/>
              <a:t>: Рекомендований спосіб написання Redux логіки, який спрощує типові задачі.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Immer</a:t>
            </a:r>
            <a:r>
              <a:rPr lang="ru"/>
              <a:t>: Вбудований в Redux Toolkit для зручної роботи з імутабельним станом.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Middleware: Дозволяє обробляти побічні ефекти (наприклад, запити до API).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DevTools</a:t>
            </a:r>
            <a:r>
              <a:rPr lang="ru"/>
              <a:t>: Потужні інструменти для відлагодження та відстеження змін стану.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Селектори</a:t>
            </a:r>
            <a:r>
              <a:rPr lang="ru"/>
              <a:t>: Оптимізоване отримання даних зі store.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Redux Toolkit</a:t>
            </a:r>
            <a:endParaRPr/>
          </a:p>
        </p:txBody>
      </p:sp>
      <p:sp>
        <p:nvSpPr>
          <p:cNvPr id="175" name="Google Shape;175;p33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ru"/>
              <a:t>Redux Toolkit</a:t>
            </a:r>
            <a:r>
              <a:rPr lang="ru"/>
              <a:t> (RTK) є офіційним набором інструментів, рекомендованим для спрощення роботи з Redux. Він надає засоби для ефективної взаємодії з Redux у React додатках, усуваючи багато поширених проблем та скорочуючи кількість коду, необхідного для реалізації.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Що корисного є в Redux-Toolkit?</a:t>
            </a:r>
            <a:endParaRPr/>
          </a:p>
        </p:txBody>
      </p:sp>
      <p:sp>
        <p:nvSpPr>
          <p:cNvPr id="181" name="Google Shape;181;p34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Actions, actionsCreators - створються автоматично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Мутування стану - Immer + Autodux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Зручна обробка async-операцій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Передвстановленний функціонал для операцій із даними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Redux-toolkit. Створюємо store</a:t>
            </a:r>
            <a:endParaRPr/>
          </a:p>
        </p:txBody>
      </p:sp>
      <p:sp>
        <p:nvSpPr>
          <p:cNvPr id="187" name="Google Shape;187;p35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configureStore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'@reduxjs/toolkit'</a:t>
            </a:r>
            <a:endParaRPr sz="12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todosReducer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'./features/todosSlice'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store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configureStore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reducer: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todos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todosReducer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1200">
              <a:solidFill>
                <a:srgbClr val="C586C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6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Redux-toolkit. Створюємо slice + reducer</a:t>
            </a:r>
            <a:endParaRPr/>
          </a:p>
        </p:txBody>
      </p:sp>
      <p:sp>
        <p:nvSpPr>
          <p:cNvPr id="193" name="Google Shape;193;p36"/>
          <p:cNvSpPr txBox="1"/>
          <p:nvPr>
            <p:ph idx="1" type="body"/>
          </p:nvPr>
        </p:nvSpPr>
        <p:spPr>
          <a:xfrm>
            <a:off x="464100" y="847675"/>
            <a:ext cx="8520600" cy="42249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initialState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{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data: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[] };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todosSlice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createSlice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({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name: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'todos'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initialState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reducers: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addItem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action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push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action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payload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},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deleteItem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action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filter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item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item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!=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action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payload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},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},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10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addItem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0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deleteItem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= </a:t>
            </a:r>
            <a:r>
              <a:rPr lang="ru" sz="10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todosSlice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actions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todosSlice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reducer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00">
              <a:solidFill>
                <a:srgbClr val="C586C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Redux-toolkit. Асінхронні actions</a:t>
            </a:r>
            <a:endParaRPr/>
          </a:p>
        </p:txBody>
      </p:sp>
      <p:sp>
        <p:nvSpPr>
          <p:cNvPr id="199" name="Google Shape;199;p37"/>
          <p:cNvSpPr txBox="1"/>
          <p:nvPr>
            <p:ph idx="1" type="body"/>
          </p:nvPr>
        </p:nvSpPr>
        <p:spPr>
          <a:xfrm>
            <a:off x="464100" y="847675"/>
            <a:ext cx="8520600" cy="42249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todosSlice.js</a:t>
            </a:r>
            <a:endParaRPr sz="900">
              <a:solidFill>
                <a:srgbClr val="C586C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fetchTodos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createAsyncThunk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'todos/fetchTodos'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()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response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axios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'http://localhost:3000/data.json'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response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todosSlice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createSlice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({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...</a:t>
            </a:r>
            <a:endParaRPr sz="9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extraReducers: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fetchTodos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.fulfilled]: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action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action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payload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},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fetchTodos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.rejected]: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[];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},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9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8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Redux-toolkit. Робота з createEntityAdapter</a:t>
            </a:r>
            <a:endParaRPr/>
          </a:p>
        </p:txBody>
      </p:sp>
      <p:sp>
        <p:nvSpPr>
          <p:cNvPr id="205" name="Google Shape;205;p38"/>
          <p:cNvSpPr txBox="1"/>
          <p:nvPr>
            <p:ph idx="1" type="body"/>
          </p:nvPr>
        </p:nvSpPr>
        <p:spPr>
          <a:xfrm>
            <a:off x="464100" y="847675"/>
            <a:ext cx="8520600" cy="42249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todosSlice.js</a:t>
            </a:r>
            <a:endParaRPr sz="900">
              <a:solidFill>
                <a:srgbClr val="C586C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todosAdapter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createEntityAdapter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{ ids: [], entities: {} }</a:t>
            </a:r>
            <a:endParaRPr sz="9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initialState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todosAdapter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getInitialState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todosSlice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createSlice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({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name: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'todos'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initialState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reducers: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deleteItem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todosAdapter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removeOne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addItem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todosAdapter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addOne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setData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todosAdapter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setAll</a:t>
            </a:r>
            <a:endParaRPr sz="900">
              <a:solidFill>
                <a:srgbClr val="DCDCAA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},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extraReducers: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fetchTodos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.fulfilled]: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todosAdapter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upsertMany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fetchTodos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.rejected]: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todosAdapter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removeAll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setData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addItem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deleteItem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=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todosSlice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actions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todosSlice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reducer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C586C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9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9"/>
          <p:cNvSpPr txBox="1"/>
          <p:nvPr>
            <p:ph idx="1" type="body"/>
          </p:nvPr>
        </p:nvSpPr>
        <p:spPr>
          <a:xfrm>
            <a:off x="464100" y="847675"/>
            <a:ext cx="8520600" cy="42249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todosSelectors.js</a:t>
            </a:r>
            <a:endParaRPr sz="900">
              <a:solidFill>
                <a:srgbClr val="C586C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todosAdapter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"./todosSlice"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selectById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selectTodoById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selectIds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selectTodoIds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selectEntities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selectTodoEntities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selectAll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selectAllTodos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selectTotal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selectTotalTodos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 =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todosAdapter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getSelectors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todos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TodosPage.jsx</a:t>
            </a:r>
            <a:endParaRPr sz="900">
              <a:solidFill>
                <a:srgbClr val="C586C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items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useSelector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selectAllTodos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900">
              <a:solidFill>
                <a:srgbClr val="C586C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1" name="Google Shape;211;p39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Redux-toolkit. createEntityAdapter і selectors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0"/>
          <p:cNvSpPr txBox="1"/>
          <p:nvPr>
            <p:ph idx="1" type="body"/>
          </p:nvPr>
        </p:nvSpPr>
        <p:spPr>
          <a:xfrm>
            <a:off x="464100" y="847675"/>
            <a:ext cx="8520600" cy="42249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todosActions.js</a:t>
            </a:r>
            <a:endParaRPr sz="900">
              <a:solidFill>
                <a:srgbClr val="C586C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createApi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fetchBaseQuery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'@reduxjs/toolkit/query/react'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todosApi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createApi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({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reducerPath: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'todos/api'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baseQuery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fetchBaseQuery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({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baseUrl: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'http://localhost:3000'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}),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endpoints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build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({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getAllTodos: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build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query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({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query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()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({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url: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'data.json'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}),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}),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}),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useGetAllTodosQuery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=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todosApi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C586C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900">
              <a:solidFill>
                <a:srgbClr val="C586C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7" name="Google Shape;217;p40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Redux-toolkit. RTK Query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1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Переваги Redux</a:t>
            </a:r>
            <a:endParaRPr/>
          </a:p>
        </p:txBody>
      </p:sp>
      <p:sp>
        <p:nvSpPr>
          <p:cNvPr id="223" name="Google Shape;223;p41"/>
          <p:cNvSpPr txBox="1"/>
          <p:nvPr>
            <p:ph idx="1" type="body"/>
          </p:nvPr>
        </p:nvSpPr>
        <p:spPr>
          <a:xfrm>
            <a:off x="4641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ru" sz="1400"/>
              <a:t>Передбачуваний потік даних</a:t>
            </a:r>
            <a:r>
              <a:rPr lang="ru" sz="1400"/>
              <a:t>. Односпрямований потік даних забезпечує чіткість і передбачуваність, що полегшує відстеження змін у стані додатку.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ru" sz="1400"/>
              <a:t>Централізоване керування станом</a:t>
            </a:r>
            <a:r>
              <a:rPr lang="ru" sz="1400"/>
              <a:t>. Весь стан додатку зберігається в одному імутабельному об'єкті, що спрощує налагодження та тестування.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ru" sz="1400"/>
              <a:t>Чистий код</a:t>
            </a:r>
            <a:r>
              <a:rPr lang="ru" sz="1400"/>
              <a:t>. Використання чистих функцій-редюсерів для управління станом запобігає побічним ефектам та робить поведінку додатку передбачуваною.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ru" sz="1400"/>
              <a:t>Повторне використання коду</a:t>
            </a:r>
            <a:r>
              <a:rPr lang="ru" sz="1400"/>
              <a:t>. Логіка управління станом відокремлена від UI компонентів, що дозволяє легко переносити її між різними проєктами.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ru" sz="1400"/>
              <a:t>Розширюваність</a:t>
            </a:r>
            <a:r>
              <a:rPr lang="ru" sz="1400"/>
              <a:t>. Redux легко розширюється за допомогою middleware та підтримує потужні інструменти розробки, такі як Redux DevTools.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ru" sz="1400"/>
              <a:t>Модульність</a:t>
            </a:r>
            <a:r>
              <a:rPr lang="ru" sz="1400"/>
              <a:t>. Логіка керування станом розділяється на окремі редюсери за функціональністю, що покращує структуру коду та його підтримку.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2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Недоліки Redux</a:t>
            </a:r>
            <a:endParaRPr/>
          </a:p>
        </p:txBody>
      </p:sp>
      <p:sp>
        <p:nvSpPr>
          <p:cNvPr id="229" name="Google Shape;229;p42"/>
          <p:cNvSpPr txBox="1"/>
          <p:nvPr>
            <p:ph idx="1" type="body"/>
          </p:nvPr>
        </p:nvSpPr>
        <p:spPr>
          <a:xfrm>
            <a:off x="4641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ru" sz="1400"/>
              <a:t>Крива навчання</a:t>
            </a:r>
            <a:r>
              <a:rPr lang="ru" sz="1400"/>
              <a:t>. Необхідність вивчення специфічних концепцій Redux (actions, reducers, immutable state) може бути складною для початківців.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ru" sz="1400"/>
              <a:t>Більше коду</a:t>
            </a:r>
            <a:r>
              <a:rPr lang="ru" sz="1400"/>
              <a:t>. Потребує додаткового коду для налаштування Redux, визначення actions, reducers та підключення до компонентів.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ru" sz="1400"/>
              <a:t>Складність абстракції</a:t>
            </a:r>
            <a:r>
              <a:rPr lang="ru" sz="1400"/>
              <a:t>. Розуміння потоку даних може бути складним для нових розробників проєкту, особливо у великих додатках.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ru" sz="1400"/>
              <a:t>Глибока вкладеність стану</a:t>
            </a:r>
            <a:r>
              <a:rPr lang="ru" sz="1400"/>
              <a:t>. У великих додатках структура стану може стати надто складною, що ускладнює доступ та модифікацію даних.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ru" sz="1400"/>
              <a:t>Імутабельність</a:t>
            </a:r>
            <a:r>
              <a:rPr lang="ru" sz="1400"/>
              <a:t>. Необхідність створення нових об'єктів при кожній зміні стану може впливати на продуктивність та вимагає додаткової оптимізації.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ru" sz="1400"/>
              <a:t>Асинхронні операції</a:t>
            </a:r>
            <a:r>
              <a:rPr lang="ru" sz="1400"/>
              <a:t>. Для роботи з асинхронною логікою потрібні додаткові інструменти (redux-thunk, redux-saga), що збільшує складність проєкту.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ru" sz="1400"/>
              <a:t>Зовнішня залежність</a:t>
            </a:r>
            <a:r>
              <a:rPr lang="ru" sz="1400"/>
              <a:t>. Redux є окремою бібліотекою, що вимагає регулярного оновлення та підтримки сумісності.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3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Корисна література</a:t>
            </a:r>
            <a:endParaRPr/>
          </a:p>
        </p:txBody>
      </p:sp>
      <p:sp>
        <p:nvSpPr>
          <p:cNvPr id="235" name="Google Shape;235;p43"/>
          <p:cNvSpPr txBox="1"/>
          <p:nvPr>
            <p:ph idx="1" type="body"/>
          </p:nvPr>
        </p:nvSpPr>
        <p:spPr>
          <a:xfrm>
            <a:off x="4641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Redux in 100 seconds: </a:t>
            </a:r>
            <a:r>
              <a:rPr lang="ru" u="sng">
                <a:solidFill>
                  <a:schemeClr val="hlink"/>
                </a:solidFill>
                <a:hlinkClick r:id="rId3"/>
              </a:rPr>
              <a:t>https://www.youtube.com/watch?v=_shA5Xwe8_4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Redux Tutorial: </a:t>
            </a:r>
            <a:r>
              <a:rPr lang="ru" u="sng">
                <a:solidFill>
                  <a:schemeClr val="hlink"/>
                </a:solidFill>
                <a:hlinkClick r:id="rId4"/>
              </a:rPr>
              <a:t>https://www.youtube.com/watch?v=poQXNp9ItL4</a:t>
            </a:r>
            <a:r>
              <a:rPr lang="ru"/>
              <a:t>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5"/>
              </a:rPr>
              <a:t>https://react-redux.js.org/api/hooks</a:t>
            </a:r>
            <a:r>
              <a:rPr lang="ru"/>
              <a:t>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Redux Thunk: </a:t>
            </a:r>
            <a:r>
              <a:rPr lang="ru" u="sng">
                <a:solidFill>
                  <a:schemeClr val="hlink"/>
                </a:solidFill>
                <a:hlinkClick r:id="rId6"/>
              </a:rPr>
              <a:t>https://www.digitalocean.com/community/tutorials/redux-redux-thunk-ru</a:t>
            </a:r>
            <a:r>
              <a:rPr lang="ru"/>
              <a:t>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7"/>
              </a:rPr>
              <a:t>https://habr.com/post/483314/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