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BB4A74-2302-43AC-AABE-3B89D0F456FB}">
  <a:tblStyle styleId="{3ABB4A74-2302-43AC-AABE-3B89D0F456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78adc33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78adc33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78adc33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78adc33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78adc332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78adc332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78adc33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78adc33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78adc332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78adc332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78adc332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78adc332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78adc332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78adc332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78adc332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78adc332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78adc332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78adc332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78adc332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78adc332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78adc332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78adc332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78adc332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78adc332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78adc332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78adc332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78adc332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78adc332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78adc332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78adc332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78adc332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78adc332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78adc332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78adc332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78adc332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78adc332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78adc332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78adc332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78adc332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78adc332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hyperlink" Target="https://projects.wojtekmaj.pl/react-lifecycle-methods-diagra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 №27</a:t>
            </a:r>
            <a:endParaRPr i="1" sz="1800"/>
          </a:p>
        </p:txBody>
      </p:sp>
      <p:sp>
        <p:nvSpPr>
          <p:cNvPr id="56" name="Google Shape;56;p13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Компоненти React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Компоненти - це основні будівельні блоки додатків на React. Компоненти створюються як незалежні, ізольовані частини інтерфейсу з власною бізнес-логікою та станом.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Компоненти дозволяють розбити складний інтерфейс на простіші фрагменти та працювати над кожним фрагментом окремо. Компоненти можна багаторазово використовувати, передаючи їм різні дані та динамічно змінюючи їх відображення.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Компоненти також ізолюють свій внутрішній стан від стану інших компонентів. Це спрощує розуміння того, як працює кожен окремий компонент додатка та дає можливість легко масштабувати його.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Функціональні компоненти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Функціональні компоненти у React використовуються для легшого та більш ефективного створення частин інтерфейсу. Вони приймають властивості (</a:t>
            </a:r>
            <a:r>
              <a:rPr b="1" lang="ru" sz="1400"/>
              <a:t>props</a:t>
            </a:r>
            <a:r>
              <a:rPr lang="ru" sz="1400"/>
              <a:t>) як аргументи та повертають React елементи, які вказують на зміст, що має бути відображений.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Functional component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Header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Welcome home,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Класові компоненти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Класові компоненти у React надають ті самі основні можливості, а також доступ до внутрішнього стану, життєвих циклів компонента та додаткових методів. Вони визначаються шляхом розширення </a:t>
            </a:r>
            <a:r>
              <a:rPr b="1" lang="ru" sz="1400"/>
              <a:t>React.Component</a:t>
            </a:r>
            <a:r>
              <a:rPr lang="ru" sz="1400"/>
              <a:t> та мають метод </a:t>
            </a:r>
            <a:r>
              <a:rPr b="1" lang="ru" sz="1400"/>
              <a:t>render()</a:t>
            </a:r>
            <a:r>
              <a:rPr lang="ru" sz="1400"/>
              <a:t>, який повертає React елемент.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component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Header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props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Welcome home,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vs Functional</a:t>
            </a:r>
            <a:endParaRPr/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1104900" y="12224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{3ABB4A74-2302-43AC-AABE-3B89D0F456FB}</a:tableStyleId>
              </a:tblPr>
              <a:tblGrid>
                <a:gridCol w="3619500"/>
                <a:gridCol w="3619500"/>
              </a:tblGrid>
              <a:tr h="5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Functional component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Class component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2275675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/>
                        <a:t>Відсутній ‘this’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Відсутній власний </a:t>
                      </a:r>
                      <a:r>
                        <a:rPr lang="ru"/>
                        <a:t>‘state’ з коробки, але можна використовувати hooks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/>
                        <a:t>Менший обсяг коду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/>
                        <a:t>Рекомендований підхід від розробників React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/>
                        <a:t>Більш складний синтаксис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/>
                        <a:t>Має власний вбудований ‘state’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/>
                        <a:t>Наочні lifecycle-hooks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/>
                        <a:t>Більший обсяг коду для тих самих дій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ru"/>
                        <a:t>Складніша оптимізація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Еволюція функціональних компонентів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З введенням хуків у React версії 16.8, функціональні компоненти отримали можливість використовувати стан та інші можливості React, які раніше були доступні тільки для класових компонентів.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Таким чином, функціональні компоненти можуть виконувати ті ж самі завдання, що і класові компоненти, але з меншим і більш зрозумілим кодом.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Компоненти зі станом та презентаційні компоненти</a:t>
            </a:r>
            <a:endParaRPr sz="2600"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React-компоненти поділяються на два основні типи: </a:t>
            </a:r>
            <a:r>
              <a:rPr b="1" lang="ru" sz="1400"/>
              <a:t>компоненти зі станом</a:t>
            </a:r>
            <a:r>
              <a:rPr lang="ru" sz="1400"/>
              <a:t> (container або stateful components) та</a:t>
            </a:r>
            <a:r>
              <a:rPr b="1" lang="ru" sz="1400"/>
              <a:t> презентаційні компоненти </a:t>
            </a:r>
            <a:r>
              <a:rPr lang="ru" sz="1400"/>
              <a:t>(presentational або stateless components).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Компоненти зі станом управляють даними за допомогою хуків і використовуються, коли потрібно зберігати або змінювати інформацію на основі взаємодії користувача або зовнішніх даних.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Презентаційні компоненти відповідають лише за відображення даних, які отримують через props. Вони не мають власного стану, що робить їх простими та легкими для тестування.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Ієрархія компонентів у React</a:t>
            </a:r>
            <a:endParaRPr sz="2600"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464100" y="847675"/>
            <a:ext cx="488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В React ієрархія компонентів формує деревоподібну структуру, де компоненти організовані в батьківські та дочірні відносини, існує один кореневий компонент, що об'єднує весь додаток.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Ця структура дозволяє ефективно управляти передачею даних через пропси, спрощуючи розробку та підтримку коду, а також забезпечуючи зрозуміле розуміння взаємозв'язків компонентів у додатку.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1" name="Google Shape;111;p22" title="Screenshot 2025-03-11 at 18.43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4825" y="847675"/>
            <a:ext cx="333375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Односпрямований потік</a:t>
            </a:r>
            <a:endParaRPr sz="2600"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64100" y="847675"/>
            <a:ext cx="488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Односпрямований потік (Unidirectional flow) у React - це ідея, що дані передаються в одному напрямку від батьківських компонентів до дочірніх через властивості (props).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8" name="Google Shape;118;p23" title="Screenshot 2025-03-11 at 18.44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975" y="847675"/>
            <a:ext cx="3489900" cy="2963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React Fragment</a:t>
            </a:r>
            <a:endParaRPr sz="2600"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464100" y="847675"/>
            <a:ext cx="838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React Fragment (&lt;&gt;...&lt;/&gt; або &lt;Fragment&gt;...&lt;/Fragment&gt;) використовується для групування декількох елементів JSX без додавання додаткових вузлів до DOM.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5" name="Google Shape;125;p24"/>
          <p:cNvSpPr txBox="1"/>
          <p:nvPr/>
        </p:nvSpPr>
        <p:spPr>
          <a:xfrm>
            <a:off x="541400" y="1553900"/>
            <a:ext cx="5993700" cy="253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"https://vite.dev"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"_blank"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viteLogo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"logo"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"Vite logo"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"https://react.dev"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"_blank"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reactLogo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"logo react"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 logo"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464100" y="140225"/>
            <a:ext cx="8520600" cy="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Використання map у React / Рендеринг списку</a:t>
            </a:r>
            <a:endParaRPr sz="2400"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Метод, який використовує map для трансформації масиву даних у масив компонентів, у React називається "рендеринг списку" або "мапінг даних до компонентів".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Ми використовуємо цей метод для ефективного перетворення кожного елемента масиву даних на компонент React. Це дає можливість динамічно створювати списки або групи елементів інтерфейсу на основі даних.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Важливо використовувати унікальний ключ key для кожного елемента списку, щоб React міг ефективно визначати, які елементи були змінені, додані або видалені.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464100" y="140225"/>
            <a:ext cx="8520600" cy="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Використання map у React / Рендеринг списку</a:t>
            </a:r>
            <a:endParaRPr sz="2400"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464100" y="847675"/>
            <a:ext cx="8520600" cy="3987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UsersList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))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Життєвий цикл будь якого компонента (lifecycle)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Монтування в дерево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render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Оновлення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update and render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Размонтування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delete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components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00" y="63475"/>
            <a:ext cx="8540749" cy="47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/>
        </p:nvSpPr>
        <p:spPr>
          <a:xfrm>
            <a:off x="3843600" y="4743300"/>
            <a:ext cx="53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https://projects.wojtekmaj.pl/react-lifecycle-methods-diagram/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Життєвий цикл компонента (lifecycle hooks)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constructor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render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getDerivedStateFromProps(props, state) - перед кожним рендером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return null АБО новый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componentDidMount - після першого рендерінгу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componentDidUpdate(prevProps) - одразу після рендера (але не першого)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наприклад, для ajax-requests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componentWillUnmount - після видалення елемента з дерева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….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State in Class components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464100" y="847675"/>
            <a:ext cx="8520600" cy="7000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1,</a:t>
            </a:r>
            <a:endParaRPr sz="1100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})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Counter1: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{this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Counter2: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{this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Counter3: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{this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{this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Click Me!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);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state batching</a:t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464100" y="847675"/>
            <a:ext cx="8520600" cy="4170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componentDidUpdate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'Rendered'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({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6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({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6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({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counter3: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6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6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'App'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 Component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Counter1: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{this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counter1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Counter2: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{this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counter2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Counter3: 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{this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counter3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6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{this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6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Click me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6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6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6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);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6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Голосовалка за кращий смайл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На сторінці відображається список смайлів та лічильник кліків по кожному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Нижче є кнопка “Show Results” яка виводить смайл що переміг на базі кількості голосів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Створення SmileCard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Виводимо смайл + контент сбоку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Виводимо SmileCard динамічно на основі списку смайлів отриманого з бекенду (умовно)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