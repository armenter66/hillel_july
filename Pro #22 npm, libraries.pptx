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92349a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92349a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92349a5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92349a5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292349a5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292349a5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92349a5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292349a5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292349a5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292349a5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693f66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e693f66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292349a5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292349a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ab6bb72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ab6bb72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6592a078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6592a078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134fd52f58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134fd52f58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134fd52f58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134fd52f58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134fd52f5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134fd52f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134fd52f5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134fd52f5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omentjs.com/" TargetMode="External"/><Relationship Id="rId4" Type="http://schemas.openxmlformats.org/officeDocument/2006/relationships/hyperlink" Target="https://www.chartjs.org/" TargetMode="External"/><Relationship Id="rId5" Type="http://schemas.openxmlformats.org/officeDocument/2006/relationships/hyperlink" Target="https://lodash.com/" TargetMode="External"/><Relationship Id="rId6" Type="http://schemas.openxmlformats.org/officeDocument/2006/relationships/hyperlink" Target="https://getbootstrap.com/" TargetMode="External"/><Relationship Id="rId7" Type="http://schemas.openxmlformats.org/officeDocument/2006/relationships/hyperlink" Target="https://www.ag-grid.com/" TargetMode="External"/><Relationship Id="rId8" Type="http://schemas.openxmlformats.org/officeDocument/2006/relationships/hyperlink" Target="https://ant.design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ngular.io/" TargetMode="External"/><Relationship Id="rId4" Type="http://schemas.openxmlformats.org/officeDocument/2006/relationships/hyperlink" Target="https://vuejs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npmjs.com/" TargetMode="External"/><Relationship Id="rId4" Type="http://schemas.openxmlformats.org/officeDocument/2006/relationships/hyperlink" Target="https://nodejs.org/en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etbootstrap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omentjs.co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</a:t>
            </a:r>
            <a:r>
              <a:rPr i="1" lang="ru" sz="1800"/>
              <a:t> №22</a:t>
            </a:r>
            <a:endParaRPr i="1" sz="1800"/>
          </a:p>
        </p:txBody>
      </p:sp>
      <p:sp>
        <p:nvSpPr>
          <p:cNvPr id="131" name="Google Shape;131;p25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Бібліотеки та Фреймворки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Бібліотека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Набір</a:t>
            </a:r>
            <a:r>
              <a:rPr lang="ru"/>
              <a:t> корисних функцій, які можна використовувати в програмі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 визначає структуру додатку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Не накладає обмежень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 одному проєкті може бути підключено багато бібліотек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Деякі корисні бібліотеки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464100" y="847675"/>
            <a:ext cx="8520600" cy="3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Moment.js (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https://momentjs.com/</a:t>
            </a:r>
            <a:r>
              <a:rPr lang="ru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Charts.js, D3, recharts (</a:t>
            </a:r>
            <a:r>
              <a:rPr lang="ru" u="sng">
                <a:solidFill>
                  <a:schemeClr val="hlink"/>
                </a:solidFill>
                <a:hlinkClick r:id="rId4"/>
              </a:rPr>
              <a:t>https://www.chartjs.org/</a:t>
            </a:r>
            <a:r>
              <a:rPr lang="ru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Underscore / Lo-dash (</a:t>
            </a:r>
            <a:r>
              <a:rPr lang="ru" u="sng">
                <a:solidFill>
                  <a:schemeClr val="hlink"/>
                </a:solidFill>
                <a:hlinkClick r:id="rId5"/>
              </a:rPr>
              <a:t>https://lodash.com/</a:t>
            </a:r>
            <a:r>
              <a:rPr lang="ru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Bootstrap (</a:t>
            </a:r>
            <a:r>
              <a:rPr lang="ru" u="sng">
                <a:solidFill>
                  <a:schemeClr val="hlink"/>
                </a:solidFill>
                <a:hlinkClick r:id="rId6"/>
              </a:rPr>
              <a:t>https://getbootstrap.com/</a:t>
            </a:r>
            <a:r>
              <a:rPr lang="ru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Ag-Grid (</a:t>
            </a:r>
            <a:r>
              <a:rPr lang="ru" u="sng">
                <a:solidFill>
                  <a:schemeClr val="hlink"/>
                </a:solidFill>
                <a:hlinkClick r:id="rId7"/>
              </a:rPr>
              <a:t>https://www.ag-grid.com/</a:t>
            </a:r>
            <a:r>
              <a:rPr lang="ru"/>
              <a:t>)</a:t>
            </a:r>
            <a:r>
              <a:rPr lang="ru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React.js, Redux, Material-UI, Antd (</a:t>
            </a:r>
            <a:r>
              <a:rPr lang="ru" u="sng">
                <a:solidFill>
                  <a:schemeClr val="hlink"/>
                </a:solidFill>
                <a:hlinkClick r:id="rId8"/>
              </a:rPr>
              <a:t>https://ant.design/</a:t>
            </a:r>
            <a:r>
              <a:rPr lang="ru"/>
              <a:t> 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Використовується із набором допоміжних бібліотек для побудови SPA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React Native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Rx.js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jQuery, различные jQuery-плагины (jQuery-UI и т.д.) - </a:t>
            </a:r>
            <a:r>
              <a:rPr b="1" lang="ru"/>
              <a:t>застарілі, але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….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Фреймворки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Набір інструментів для побудови повноцінних сайтів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Динамічна зміна даних на сторінці (Data Binding)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Маршрутизація (Routing)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….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Фреймворк визначає структуру додатку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Структура папок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Назви файлів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….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SPA - Single Page Application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Односторінковий додаток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1 сайт - 1 фреймворк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Популярні</a:t>
            </a:r>
            <a:r>
              <a:rPr lang="ru"/>
              <a:t> фреймворки (в минулому і сьогодні)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AngularJS (застарілий), Angular (</a:t>
            </a:r>
            <a:r>
              <a:rPr lang="ru" u="sng">
                <a:solidFill>
                  <a:schemeClr val="hlink"/>
                </a:solidFill>
                <a:hlinkClick r:id="rId3"/>
              </a:rPr>
              <a:t>https://angular.io/</a:t>
            </a:r>
            <a:r>
              <a:rPr lang="ru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Next.js (React framework)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Vue.js (</a:t>
            </a:r>
            <a:r>
              <a:rPr lang="ru" u="sng">
                <a:solidFill>
                  <a:schemeClr val="hlink"/>
                </a:solidFill>
                <a:hlinkClick r:id="rId4"/>
              </a:rPr>
              <a:t>https://vuejs.org/</a:t>
            </a:r>
            <a:r>
              <a:rPr lang="ru"/>
              <a:t>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Svelte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Backbone + Marionette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EmberJS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Як завантажити бібліотеки?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 офіційному сайті бібліотеки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Скачати файли бібліотеки та покласти їх в окрему папку свого проєкту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Використовувати посилання на CDN (Content Distribution Network)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Посилання на файл бібліотеки з </a:t>
            </a:r>
            <a:r>
              <a:rPr lang="ru"/>
              <a:t>віддаленого</a:t>
            </a:r>
            <a:r>
              <a:rPr lang="ru"/>
              <a:t> загальнодоступного ресурса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Завантажити із використанням NPM (Node Package Manager)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476250" y="121449"/>
            <a:ext cx="4890900" cy="806700"/>
          </a:xfrm>
          <a:prstGeom prst="rect">
            <a:avLst/>
          </a:prstGeom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NPM - Node Package Manager</a:t>
            </a:r>
            <a:endParaRPr sz="2800"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476250" y="1064419"/>
            <a:ext cx="7886700" cy="3263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38100" lvl="0" marL="1778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https://www.npmjs.com/</a:t>
            </a:r>
            <a:endParaRPr/>
          </a:p>
          <a:p>
            <a:pPr indent="-38100" lvl="0" marL="1778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https://nodejs.org/en/</a:t>
            </a:r>
            <a:endParaRPr/>
          </a:p>
          <a:p>
            <a:pPr indent="-38100" lvl="0" marL="1778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AutoNum type="arabicPeriod"/>
            </a:pPr>
            <a:r>
              <a:rPr lang="ru"/>
              <a:t>Download and install Node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ru"/>
              <a:t>Install NPM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ru"/>
              <a:t>Have fun!</a:t>
            </a:r>
            <a:endParaRPr/>
          </a:p>
          <a:p>
            <a:pPr indent="-38100" lvl="0" marL="1778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" lvl="0" marL="17780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npm init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npm init</a:t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npm init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package.json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npm install [lib_name] --save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npm i </a:t>
            </a:r>
            <a:r>
              <a:rPr lang="ru"/>
              <a:t>[lib_name] </a:t>
            </a:r>
            <a:r>
              <a:rPr lang="ru"/>
              <a:t>-S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npm i [lib_name]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Завантажувати node_modules </a:t>
            </a:r>
            <a:r>
              <a:rPr b="1" lang="ru"/>
              <a:t>НЕ ТРЕБА</a:t>
            </a:r>
            <a:r>
              <a:rPr lang="ru"/>
              <a:t> (</a:t>
            </a:r>
            <a:r>
              <a:rPr b="1" lang="ru" u="sng"/>
              <a:t>зовсім не треба</a:t>
            </a:r>
            <a:r>
              <a:rPr lang="ru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але </a:t>
            </a:r>
            <a:r>
              <a:rPr b="1" lang="ru"/>
              <a:t>package.json</a:t>
            </a:r>
            <a:r>
              <a:rPr lang="ru"/>
              <a:t> із прописаними dependencies - обов’язково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https://getbootstrap.com/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npm i bootstrap</a:t>
            </a:r>
            <a:endParaRPr/>
          </a:p>
        </p:txBody>
      </p:sp>
      <p:sp>
        <p:nvSpPr>
          <p:cNvPr id="189" name="Google Shape;189;p3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Bootstrap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Вивести на сторінку кнопку (застосувати стилі бутстрапа), при натисканні на яку, відкривається дефолтне модальне вікно із деякими даними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Повісити на цю кнопку Tooltip із довільним текстом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Створити поруч ще одну кнопку, при натисканні на яку, відображається бутстрапівський алерт. При повторному натисканні - він зникає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Moment.js</a:t>
            </a:r>
            <a:endParaRPr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https://momentjs.com/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npm install moment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Вивести дату вашого народження в довільному форматі із використанням бібліотеки </a:t>
            </a:r>
            <a:r>
              <a:rPr lang="ru"/>
              <a:t>moment.js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Отримати від користувача дату його народження у форматі ДД/ММ/РРРР та через moment.js перетворити її в інший формат (напр., РРРР-ММ-ДД)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реалізувати перевірку за допомогою регулярних виразів на коректність користувацького вводу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якщо формат невірний - вивести помилку на сторінку (використати bootstrap стилі)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