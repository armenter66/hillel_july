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c22b19a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c22b19a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c22b19a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c22b19a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c22b19a4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c22b19a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c22b19a4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c22b19a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22b19a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22b19a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c22b19a4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c22b19a4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22b19a4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c22b19a4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c22b19a4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c22b19a4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c22b19a4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c22b19a4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c22b19a4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c22b19a4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c22b19a4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c22b19a4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c22b19a4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c22b19a4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c22b19a4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c22b19a4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c22b19a4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c22b19a4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c22b19a4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c22b19a4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 №29</a:t>
            </a:r>
            <a:endParaRPr i="1" sz="1800"/>
          </a:p>
        </p:txBody>
      </p:sp>
      <p:sp>
        <p:nvSpPr>
          <p:cNvPr id="56" name="Google Shape;56;p13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Router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React Router - це стандартна бібліотека маршрутизації для React, яка дозволяє нам реалізувати навігацію між різними компонентами в SPA додатку.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Використовуючи React Router, ми можемо визначити кілька шляхів у додатку та відображати відповідні компоненти без перезавантаження сторінки, що забезпечує плавний та швидкий користувацький досвід.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Router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Роутинг (Routing)</a:t>
            </a:r>
            <a:r>
              <a:rPr lang="ru" sz="1200"/>
              <a:t>: Дозволяє визначати маршрути та асоціювати компоненти React із різними URL для плавної навігації без перезавантаження сторінки.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Вкладені маршрути (Nested Routes)</a:t>
            </a:r>
            <a:r>
              <a:rPr lang="ru" sz="1200"/>
              <a:t>: Підтримка ієрархічної структури маршрутів, спрощуючи навігацію.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Динамічні параметри маршрутів</a:t>
            </a:r>
            <a:r>
              <a:rPr lang="ru" sz="1200"/>
              <a:t>: Використання динамічних сегментів URL для передачі параметрів.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Перенаправлення (Redirects)</a:t>
            </a:r>
            <a:r>
              <a:rPr lang="ru" sz="1200"/>
              <a:t>: Автоматичний перехід між маршрутами через &lt;Navigate&gt;.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Асинхронне завантаження даних</a:t>
            </a:r>
            <a:r>
              <a:rPr lang="ru" sz="1200"/>
              <a:t>: Можливість завантаження даних через loader перед рендерингом компонентів.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Відкладене завантаження (Lazy Loading)</a:t>
            </a:r>
            <a:r>
              <a:rPr lang="ru" sz="1200"/>
              <a:t>: Ліниве завантаження компонентів для оптимізації продуктивності.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Обробка форм (Form Handling)</a:t>
            </a:r>
            <a:r>
              <a:rPr lang="ru" sz="1200"/>
              <a:t>: Нативна підтримка форм через компонент &lt;Form&gt;.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Сторінки Not Found (404)</a:t>
            </a:r>
            <a:r>
              <a:rPr lang="ru" sz="1200"/>
              <a:t>: Обробка невідомих маршрутів.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Авторизація та захист маршрутів</a:t>
            </a:r>
            <a:r>
              <a:rPr lang="ru" sz="1200"/>
              <a:t>: Створення маршрутів, захищених умовами, наприклад аутентифікацією.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Робота з рядками запиту</a:t>
            </a:r>
            <a:r>
              <a:rPr lang="ru" sz="1200"/>
              <a:t>: Використання useLocation та useSearchParams для отримання параметрів запиту.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ru" sz="1200"/>
              <a:t>Гнучка обробка подій</a:t>
            </a:r>
            <a:r>
              <a:rPr lang="ru" sz="1200"/>
              <a:t>: Хуки, такі як useNavigate, useParams, та useLocation, для управління маршрутами.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Routing in React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64100" y="847675"/>
            <a:ext cx="8520600" cy="4170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BrowserRouter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Routes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'react-router-dom'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'./App.css'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ErrorPage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MainPage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InfoPage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'./pages'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"App"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BrowserRouter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Routes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element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MainPage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"/info"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element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InfoPage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Route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path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"*"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element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ErrorPage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Routes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BrowserRouter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9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9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366000" y="4461375"/>
            <a:ext cx="261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npm i react-router-dom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Routing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BrowserRouter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Routes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Route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Link (NavLink with ‘active’)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useParams() - get params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useLocation() - get location info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useNavigate() - navigate programmatically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Livecoding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Props Drilling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464100" y="847675"/>
            <a:ext cx="8520600" cy="4019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"Sebastian"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Child1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1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Child1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({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Child2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Child2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({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Hello, 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25" y="276137"/>
            <a:ext cx="8172548" cy="459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Проблеми передачі пропсів вглиб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Збільшення складності: Передача властивостей через багато рівнів ускладнює читання та підтримку коду, особливо коли властивості потрібні  лише в кількох дочірніх компонентах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Жорстке зв'язування компонентів: Компоненти стають надмірно залежними один від одного через ланцюжок передачі даних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Складність рефакторингу: Зміна структури даних або компонентів вимагає змін у багатьох місцях, що робить рефакторинг трудомістким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Способи вирішення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Контексти (React Context)</a:t>
            </a:r>
            <a:r>
              <a:rPr lang="ru"/>
              <a:t>: Дозволяють створити глобальне сховище даних, доступне будь-якому компоненту без явної передачі через проміжні рівні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Менеджери стану</a:t>
            </a:r>
            <a:r>
              <a:rPr lang="ru"/>
              <a:t>: Бібліотеки як </a:t>
            </a:r>
            <a:r>
              <a:rPr b="1" lang="ru"/>
              <a:t>Redux</a:t>
            </a:r>
            <a:r>
              <a:rPr lang="ru"/>
              <a:t> або </a:t>
            </a:r>
            <a:r>
              <a:rPr b="1" lang="ru"/>
              <a:t>Zustand</a:t>
            </a:r>
            <a:r>
              <a:rPr lang="ru"/>
              <a:t> надають централізоване управління станом застосунку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React Context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Context дозволяє нам передавати дані через дерево компонентів без необхідності прокидати пропси на кожному рівні.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Це особливо корисно для глобальних даних, таких як тема оформлення, мовні налаштування або поточний авторизований користувач.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641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React Context - multiple levels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464100" y="647350"/>
            <a:ext cx="4137900" cy="4398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"System"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ThemeContext.Provider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"Dark"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LanguageContext.Provider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"UA"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Page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LanguageContext.Provider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ThemeContext.Provider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Page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Theme: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Language: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8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4736700" y="647350"/>
            <a:ext cx="4137900" cy="4398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LanguageContext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Selected theme: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theme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Selected language: 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lang="ru" sz="8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8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8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Оптимальні випадки використання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ru"/>
              <a:t>Глобальні дані</a:t>
            </a:r>
            <a:r>
              <a:rPr lang="ru"/>
              <a:t>: Ідеально підходить для даних, що використовуються по всьому додатку, наприклад, інформації про користувача або налаштувань теми.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ru"/>
              <a:t>Контроль стану</a:t>
            </a:r>
            <a:r>
              <a:rPr lang="ru"/>
              <a:t>: Уможливлює оновлення та спільне використання стану між різними компонентами без прямої передачі пропсів.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Потенційні проблеми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Обмежене використання</a:t>
            </a:r>
            <a:r>
              <a:rPr lang="ru" sz="1400"/>
              <a:t>: Надмірне застосування Context може ускладнити розуміння потоків даних у застосунку. Context варто використовувати лише коли це справді потрібно.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Оптимізація оновлень</a:t>
            </a:r>
            <a:r>
              <a:rPr lang="ru" sz="1400"/>
              <a:t>: Зміни в контексті можуть викликати повторні рендери багатьох підписаних компонентів, що впливає на продуктивність.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Тестування</a:t>
            </a:r>
            <a:r>
              <a:rPr lang="ru" sz="1400"/>
              <a:t>: Context ускладнює ізоляцію компонентів для модульного тестування. Потрібно використовувати спеціальні обгортки (wrapper) для тестів.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Значення за замовчуванням</a:t>
            </a:r>
            <a:r>
              <a:rPr lang="ru" sz="1400"/>
              <a:t>: Варто завжди вказувати осмислені значення за замовчуванням при створенні контексту для уникнення помилок через </a:t>
            </a:r>
            <a:r>
              <a:rPr b="1" lang="ru" sz="1400"/>
              <a:t>undefined</a:t>
            </a:r>
            <a:r>
              <a:rPr lang="ru" sz="1400"/>
              <a:t>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Архітектурна складність</a:t>
            </a:r>
            <a:r>
              <a:rPr lang="ru" sz="1400"/>
              <a:t>: Неправильне використання Context може ускладнити передбачуваність поведінки застосунку та його підтримку.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Рекомендації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Використовуйте Context для справді глобальних даних</a:t>
            </a:r>
            <a:r>
              <a:rPr lang="ru" sz="1400"/>
              <a:t>: Наприклад, тема оформлення, мова або стан автентифікації.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Уникайте надмірного вкладення провайдерів</a:t>
            </a:r>
            <a:r>
              <a:rPr lang="ru" sz="1400"/>
              <a:t>: Логічно об'єднуйте контексти для зменшення складності структури компонентів.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Домашнє завдання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Оновлення до завдання “Телефонна книга”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Реалізувати переключення між сторінками за допомогою react-router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Додати можливість переключення</a:t>
            </a:r>
            <a:r>
              <a:rPr lang="ru" sz="1600"/>
              <a:t> між 2 темами (світла, темна), 2 мовами (укр, англ)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i="1" lang="ru" sz="1600"/>
              <a:t>Опціонально: додати можливість авторизації</a:t>
            </a:r>
            <a:endParaRPr i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ru" sz="1600"/>
              <a:t>Форма авторизації, обробка помилок</a:t>
            </a:r>
            <a:endParaRPr i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ru" sz="1600"/>
              <a:t>При введенні admin/admin - пускати в телефонну книгу, інакше - не відображати “закритий” контент</a:t>
            </a:r>
            <a:endParaRPr i="1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