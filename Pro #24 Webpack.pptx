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8481a4c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8481a4c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8481a4c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8481a4c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8481a4cb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8481a4cb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8481a4cb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8481a4cb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8481a4cb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8481a4cb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8481a4cb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8481a4cb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8481a4cb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8481a4cb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8481a4cb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8481a4cb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8481a4cb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8481a4cb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8481a4cb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8481a4cb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8481a4cb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8481a4cb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8481a4cb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8481a4cb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8481a4cb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8481a4cb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8481a4cb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8481a4cb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8481a4cb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8481a4cb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8481a4cb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8481a4cb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8481a4cb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8481a4cb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8481a4cb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8481a4cb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8481a4cb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8481a4cb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8481a4cb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8481a4cb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8481a4cb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8481a4cb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8481a4cb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8481a4cb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8481a4cb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8481a4cb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8481a4cb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8481a4cb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8481a4cb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8481a4cb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8481a4cb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8481a4cb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8481a4cb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8481a4cb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8481a4cb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8481a4cb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8481a4cb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38481a4cb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8481a4cb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8481a4cb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ebpack.js.org/loaders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npmjs.com/package/html-webpack-plugin" TargetMode="External"/><Relationship Id="rId4" Type="http://schemas.openxmlformats.org/officeDocument/2006/relationships/hyperlink" Target="https://www.npmjs.com/package/clean-webpack-plugin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eslint.org/docs/latest/rules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Занятие №24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Белкин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Підготовка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800"/>
              <a:t>Створимо простий скрипт для публікації та демонстрації постів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64100" y="113700"/>
            <a:ext cx="8520600" cy="4786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addEventListener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'DOMContentLoaded'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loadData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generateForm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showPosts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'form button'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addEventListener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'click'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elements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isFormDataValid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updatedPost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saveData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generatePost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updatedPost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64100" y="113700"/>
            <a:ext cx="8520600" cy="4786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data-helpers.js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[];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loadData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localStorage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getItem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"posts"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 || [];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saveData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localStorage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setItem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'posts'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stringify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464100" y="113700"/>
            <a:ext cx="8520600" cy="4981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dom-helpers.js</a:t>
            </a:r>
            <a:endParaRPr sz="6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rootElement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'wrapper'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generateForm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rootElement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innerHTML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&lt;form&gt;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&lt;label for="title"&gt;Title&lt;/label&gt;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&lt;input type="text" id="title" name="title" /&gt;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&lt;span class="title-error"&gt;&lt;/span&gt;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&lt;/p&gt;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&lt;label for="description"&gt;Descripion&lt;/label&gt;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&lt;textarea id="description" name="description"&gt;&lt;/textarea&gt;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&lt;span class="description-error"&gt;&lt;/span&gt;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&lt;/p&gt;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&lt;button type="button"&gt;Save&lt;/button&gt;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&lt;/p&gt;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&lt;/form&gt;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`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generatePost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'.posts'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innerHTML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&lt;article class="post post-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&lt;h3&gt;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&lt;/h3&gt;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&lt;p&gt;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&lt;/article&gt;</a:t>
            </a:r>
            <a:endParaRPr sz="6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`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showPosts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rootElement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innerHTML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'&lt;div class="posts"&gt;&lt;/div&gt;'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generatePost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64100" y="113700"/>
            <a:ext cx="8520600" cy="4786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validations.js</a:t>
            </a:r>
            <a:endParaRPr sz="6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formValidationConfig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regExp:</a:t>
            </a:r>
            <a:r>
              <a:rPr lang="ru" sz="6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ru" sz="6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\w</a:t>
            </a:r>
            <a:r>
              <a:rPr lang="ru" sz="6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{3,15}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ru" sz="6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'The title is incorrect'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errorElementSelector: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'.title-error'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regExp:</a:t>
            </a:r>
            <a:r>
              <a:rPr lang="ru" sz="6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lang="ru" sz="6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{10,100}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ru" sz="6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'The description is incorrect'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errorElementSelector: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'.description-error'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isFormDataValid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configKey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formValidationConfig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configObj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formValidationConfig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configKey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configObj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configKey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]))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configObj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errorElementSelector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textContent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6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configObj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64100" y="113700"/>
            <a:ext cx="8520600" cy="4786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"viewport"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"width=device-width, initial-scale=1.0"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"styles.css"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"wrapper"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"js/data-helpers.js"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"js/validations.js"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"js/dom-helpers.js"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"js/app.js"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Webpack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Що таке Webpack?</a:t>
            </a:r>
            <a:endParaRPr/>
          </a:p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/>
              <a:t>Webpack</a:t>
            </a:r>
            <a:r>
              <a:rPr lang="ru" sz="1600"/>
              <a:t> - це бандлер, потужний інструмент для збирання JavaScript модулів, який дозволяє нам збирати та оптимізувати ресурси та активи веб-проєкту, такі як JavaScript, CSS та зображення.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600"/>
              <a:t>Він аналізує залежності між модулями, перетворює їх за допомогою лоадерів та плагінів, і генерує один або кілька пакетів (файлів), які можна легко використовувати у веб-додатках.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Gulp vs Webpack</a:t>
            </a:r>
            <a:endParaRPr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Основна різниця між Gulp і Webpack полягає в їхньому призначенні: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Gulp використовується для автоматизації різноманітних завдань розробки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Webpack спрямований на оптимізацію та збирання модулів і ресурсів проекту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Обидва інструменти можуть використовуватися разом для досягнення максимальної ефективності в процесі розробки веб-додатків.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Webpack - Перші кроки</a:t>
            </a:r>
            <a:endParaRPr/>
          </a:p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Встановлюємо webpack: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ru"/>
              <a:t>npm i –save-dev webpack webpack-cli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Створюємо конфіг-файл: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webpack.config.js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webpack.config.js - основи</a:t>
            </a:r>
            <a:endParaRPr/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mode - Режим збірки - для </a:t>
            </a:r>
            <a:r>
              <a:rPr b="1" lang="ru"/>
              <a:t>development</a:t>
            </a:r>
            <a:r>
              <a:rPr lang="ru"/>
              <a:t> чи </a:t>
            </a:r>
            <a:r>
              <a:rPr b="1" lang="ru"/>
              <a:t>production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entry - Шлях до точки входа (головного js-файлу нашого проєкту)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output - Шлях до білд-файлу (результату роботи)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loaders - Помічники для обробки css, scss, зображень та інших файлів</a:t>
            </a:r>
            <a:endParaRPr>
              <a:highlight>
                <a:schemeClr val="accent6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plugins - Потужні плагіни-помічники для більш складних задач, ніж loaders</a:t>
            </a:r>
            <a:endParaRPr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Конфігураційний файл (з require)</a:t>
            </a:r>
            <a:endParaRPr/>
          </a:p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464100" y="847675"/>
            <a:ext cx="8520600" cy="4185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'path'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'production'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or 'development' - then no 'minify'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entry: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'./src/app.js'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devtool: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'source-map'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'main.js'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'dist'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Конфігураційний файл (з import)</a:t>
            </a:r>
            <a:endParaRPr/>
          </a:p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464100" y="847675"/>
            <a:ext cx="8520600" cy="4185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 with ES Modules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'path'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fileURLToPath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'url'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__filename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fileURLToPath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dirname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__filename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mode: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'production'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or 'development' - then no 'minify'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entry: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'./app.js'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devtool: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'source-map'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output: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filename: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'main.js'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path: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'dist'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Перший запуск webpack</a:t>
            </a:r>
            <a:endParaRPr/>
          </a:p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464100" y="847675"/>
            <a:ext cx="86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Запускаємо в консолі: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ru"/>
              <a:t>&gt;	webpack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ru"/>
              <a:t>Результат - створилась папка dist і main.js всередині з підготовленим кодом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63" y="2326025"/>
            <a:ext cx="873442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Додаємо export, import до JS-файлів</a:t>
            </a:r>
            <a:endParaRPr/>
          </a:p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64100" y="847675"/>
            <a:ext cx="86799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loadData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"./data-helpers.js"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generateForm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showPosts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"./dom-helpers.js"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isFormDataValid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"./validations.js"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data-helpers.js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[];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loadData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{...}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saveData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{...}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&lt;!-- index.html --&gt;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"dist/main.js"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Хеш для запогібання кешуванню</a:t>
            </a:r>
            <a:endParaRPr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464100" y="847675"/>
            <a:ext cx="86799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"main.[contenthash].js"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"dist"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Loaders для CSS, SASS - Встановлюємо</a:t>
            </a:r>
            <a:endParaRPr/>
          </a:p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i="1" lang="ru"/>
              <a:t>npm i -D sass sass-loader style-loader css-loader</a:t>
            </a:r>
            <a:endParaRPr/>
          </a:p>
        </p:txBody>
      </p:sp>
      <p:sp>
        <p:nvSpPr>
          <p:cNvPr id="154" name="Google Shape;154;p30"/>
          <p:cNvSpPr txBox="1"/>
          <p:nvPr/>
        </p:nvSpPr>
        <p:spPr>
          <a:xfrm>
            <a:off x="6396600" y="4594625"/>
            <a:ext cx="258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https://webpack.js.org/loaders/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Додаємо CSS-loader</a:t>
            </a:r>
            <a:endParaRPr/>
          </a:p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'path'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'development'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entry: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'./src/app.js'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'main.js'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'dist'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rules: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{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test: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10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\.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'style-loader'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'css-loader'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]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31"/>
          <p:cNvSpPr txBox="1"/>
          <p:nvPr/>
        </p:nvSpPr>
        <p:spPr>
          <a:xfrm>
            <a:off x="464100" y="4531925"/>
            <a:ext cx="45162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"./css/styles.css"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</a:t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Додаємо SCSS-loader</a:t>
            </a:r>
            <a:endParaRPr/>
          </a:p>
        </p:txBody>
      </p:sp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rules: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test: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1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\.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scss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'style-loader'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'css-loader'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'sass-loader'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]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464100" y="4477050"/>
            <a:ext cx="45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i -D sass-loader node-sass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Робота з зображеннями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module: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rules: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test: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1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\.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png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jpe</a:t>
            </a:r>
            <a:r>
              <a:rPr lang="ru" sz="1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svg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gif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webp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type: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'asset/resource'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alias</a:t>
            </a:r>
            <a:endParaRPr/>
          </a:p>
        </p:txBody>
      </p:sp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464100" y="847675"/>
            <a:ext cx="8520600" cy="387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alias: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"@"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"src"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"@css"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"src/css"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"@assets"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"src/assets"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loadData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"@/js/data-helpers"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generateForm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showPosts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"@/js/dom-helpers"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isFormDataValid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"@/js/validations"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logo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'@assets/logo.png'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'@css/styles.css'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Розбиття на чанки та використання бібліотек</a:t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464100" y="847675"/>
            <a:ext cx="8520600" cy="387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optimization: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splitChunks: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chunks: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"all"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Плагіни. Встановимо декілька корисних плагінів</a:t>
            </a:r>
            <a:endParaRPr/>
          </a:p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HTMLWebpackPlugin плагін дозволить взаємодіяти з HTML і вирішити проблему динамічного іменування файлів, що підключаються до index.html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ru"/>
              <a:t>npm i -D html-webpack-plugin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Для автоматичного очищення папки dist від застарілих версій скриптів потрібно встановити ще один плагін: CleanWebpackPlugin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ru"/>
              <a:t>npm i -D clean-webpack-plugin</a:t>
            </a:r>
            <a:endParaRPr i="1"/>
          </a:p>
        </p:txBody>
      </p:sp>
      <p:sp>
        <p:nvSpPr>
          <p:cNvPr id="193" name="Google Shape;193;p36"/>
          <p:cNvSpPr txBox="1"/>
          <p:nvPr/>
        </p:nvSpPr>
        <p:spPr>
          <a:xfrm>
            <a:off x="4437000" y="1690950"/>
            <a:ext cx="4547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https://www.npmjs.com/package/html-webpack-plugin</a:t>
            </a:r>
            <a:r>
              <a:rPr lang="ru"/>
              <a:t> </a:t>
            </a:r>
            <a:endParaRPr/>
          </a:p>
        </p:txBody>
      </p:sp>
      <p:sp>
        <p:nvSpPr>
          <p:cNvPr id="194" name="Google Shape;194;p36"/>
          <p:cNvSpPr txBox="1"/>
          <p:nvPr/>
        </p:nvSpPr>
        <p:spPr>
          <a:xfrm>
            <a:off x="4482600" y="3069175"/>
            <a:ext cx="45477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https://www.npmjs.com/package/clean-webpack-plugin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html-webpack-plugin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HTMLWebpackPlugin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'html-webpack-plugin'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plugins: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HTMLWebpackPlugin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template: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'./src/index.html'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clean-webpack-plugin</a:t>
            </a:r>
            <a:endParaRPr/>
          </a:p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CleanWebpackPlugin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'clean-webpack-plugin'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plugins: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CleanWebpackPlugin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copy-webpack-plugin</a:t>
            </a:r>
            <a:endParaRPr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464100" y="847675"/>
            <a:ext cx="8520600" cy="4214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webpack.config.js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CopyWebpackPlugin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'copy-webpack-plugin'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plugins: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CopyWebpackPlugin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patterns: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"src/favicon.png"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__dirname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"dist"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eslint-webpack-plugin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464100" y="847675"/>
            <a:ext cx="8520600" cy="342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ESLintPlugin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'eslint-webpack-plugin'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plugins: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ESLintPlugin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464100" y="4407825"/>
            <a:ext cx="4516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npm init @eslint/config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i -D eslint-webpack-plugin eslint</a:t>
            </a:r>
            <a:endParaRPr/>
          </a:p>
        </p:txBody>
      </p:sp>
      <p:sp>
        <p:nvSpPr>
          <p:cNvPr id="220" name="Google Shape;220;p40"/>
          <p:cNvSpPr txBox="1"/>
          <p:nvPr/>
        </p:nvSpPr>
        <p:spPr>
          <a:xfrm>
            <a:off x="5873750" y="4651375"/>
            <a:ext cx="32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https://eslint.org/docs/latest/rules/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devServer</a:t>
            </a:r>
            <a:endParaRPr/>
          </a:p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target: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"web"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devServer: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compress: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41"/>
          <p:cNvSpPr txBox="1"/>
          <p:nvPr/>
        </p:nvSpPr>
        <p:spPr>
          <a:xfrm>
            <a:off x="464100" y="4484875"/>
            <a:ext cx="45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i -D webpack-dev-server</a:t>
            </a:r>
            <a:endParaRPr/>
          </a:p>
        </p:txBody>
      </p:sp>
      <p:sp>
        <p:nvSpPr>
          <p:cNvPr id="228" name="Google Shape;228;p41"/>
          <p:cNvSpPr txBox="1"/>
          <p:nvPr/>
        </p:nvSpPr>
        <p:spPr>
          <a:xfrm>
            <a:off x="5464200" y="4322625"/>
            <a:ext cx="35205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"scripts"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"start"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"webpack serve"</a:t>
            </a:r>
            <a:endParaRPr sz="9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Налаштування команд в package.json</a:t>
            </a:r>
            <a:endParaRPr/>
          </a:p>
        </p:txBody>
      </p:sp>
      <p:sp>
        <p:nvSpPr>
          <p:cNvPr id="234" name="Google Shape;234;p4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package.json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"scripts"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"dev"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"webpack --mode development"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"build"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"webpack --mode production"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"watch"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"webpack --mode development --watch"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"start"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"webpack serve --mode development --open"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Webpack + Babel</a:t>
            </a:r>
            <a:endParaRPr/>
          </a:p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464100" y="847675"/>
            <a:ext cx="8520600" cy="3699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rules: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test: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10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\.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exclude: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node_modules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0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loader: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'babel-loader'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options: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presets: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'@babel/preset-env'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]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" name="Google Shape;241;p43"/>
          <p:cNvSpPr txBox="1"/>
          <p:nvPr/>
        </p:nvSpPr>
        <p:spPr>
          <a:xfrm>
            <a:off x="464100" y="4648100"/>
            <a:ext cx="45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i -D babel-loader @babel/core @babel/preset-env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